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51560"/>
            <a:ext cx="9628632" cy="4754880"/>
          </a:xfrm>
          <a:prstGeom prst="roundRect">
            <a:avLst>
              <a:gd name="adj" fmla="val 1731"/>
            </a:avLst>
          </a:prstGeom>
          <a:solidFill>
            <a:srgbClr val="181825"/>
          </a:solidFill>
          <a:ln w="12700">
            <a:solidFill>
              <a:srgbClr val="45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051560"/>
            <a:ext cx="9628632" cy="457200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4" name="Shape 2"/>
          <p:cNvSpPr/>
          <p:nvPr/>
        </p:nvSpPr>
        <p:spPr>
          <a:xfrm>
            <a:off x="1481328" y="1216152"/>
            <a:ext cx="128016" cy="128016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5" name="Shape 3"/>
          <p:cNvSpPr/>
          <p:nvPr/>
        </p:nvSpPr>
        <p:spPr>
          <a:xfrm>
            <a:off x="1719072" y="1216152"/>
            <a:ext cx="128016" cy="128016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6" name="Shape 4"/>
          <p:cNvSpPr/>
          <p:nvPr/>
        </p:nvSpPr>
        <p:spPr>
          <a:xfrm>
            <a:off x="1956816" y="1216152"/>
            <a:ext cx="128016" cy="128016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0515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day2.ipynb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run_bootcamp.py --day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103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56032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2: Teaching Machines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691640" y="361188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</a:t>
            </a:r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"Supervised: learning with answers"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</a:t>
            </a:r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"Unsupervised: finding patterns alone"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50749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ML Bootcamp for Teens | 14 July 2026 | The Centre, Aberdeen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day_1 = done. today we build.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Yesterday you learned WHAT ML is. Today you DO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 // day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1, Supervised: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give the computer questions AND answers, it learns the pattern. Like studying with flashcards.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2, Unsupervised: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give the computer data with NO answers, it finds groups by itself. Like sorting a box of Lego with no instructions.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900" b="1" dirty="0">
                <a:solidFill>
                  <a:srgbClr val="CBA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both ways: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 measurements from 333 penguins in Antarctica. First we teach the computer their species, then we hide the answers and see if it can rediscover them.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424160" cy="1143000"/>
          </a:xfrm>
          <a:prstGeom prst="roundRect">
            <a:avLst>
              <a:gd name="adj" fmla="val 6400"/>
            </a:avLst>
          </a:prstGeom>
          <a:solidFill>
            <a:srgbClr val="3132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89204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big question of the day: </a:t>
            </a:r>
            <a:pPr indent="0" marL="0">
              <a:buNone/>
            </a:pPr>
            <a:r>
              <a:rPr lang="en-US" sz="18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nobody gives the computer the answers?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runtime &gt; change_runtime_type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up Google Colab (2 minutes)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 // setup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424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colab.research.google.com and click New Notebook. Sign in with a Google account.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Machine type: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Runtime, then Change runtime type, then pick CPU. That is the free default and it is all we need today. Every cell runs in seconds.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GPU needed: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GPUs (like the free T4) are for big models: deep neural networks, image and text models. Our models today are small, so a GPU would just sit there doing nothing.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94E2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a cell: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 the play button on the left, or press Shift + Enter. Run cells in order, top to bottom.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10424160" cy="868680"/>
          </a:xfrm>
          <a:prstGeom prst="roundRect">
            <a:avLst>
              <a:gd name="adj" fmla="val 8421"/>
            </a:avLst>
          </a:prstGeom>
          <a:solidFill>
            <a:srgbClr val="31324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5349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 of thumb: </a:t>
            </a:r>
            <a:pPr indent="0" marL="0">
              <a:buNone/>
            </a:pPr>
            <a:r>
              <a:rPr lang="en-US" sz="16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tables of numbers = CPU. Images, video, or millions of rows = GPU.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part_1/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Supervised Learning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a teacher: we show the computer penguins and tell it the species. Then we test it on penguins it has never seen.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</a:t>
            </a:r>
            <a:pPr indent="0" marL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(clues, answers)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features -&gt; model -&gt; label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Supervised learning in one picture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926080" cy="2057400"/>
          </a:xfrm>
          <a:prstGeom prst="roundRect">
            <a:avLst>
              <a:gd name="adj" fmla="val 4444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(X)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length, bill depth, flipper length, body mass.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6864" y="1783080"/>
            <a:ext cx="2926080" cy="2057400"/>
          </a:xfrm>
          <a:prstGeom prst="roundRect">
            <a:avLst>
              <a:gd name="adj" fmla="val 4444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55464" y="244144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Tree: plays 20 Questions with the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30768" y="1783080"/>
            <a:ext cx="2926080" cy="2057400"/>
          </a:xfrm>
          <a:prstGeom prst="roundRect">
            <a:avLst>
              <a:gd name="adj" fmla="val 4444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9368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(y)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59368" y="2441448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Adelie, Gentoo, or Chinstrap.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4414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98664" y="24414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10424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model sees 80% of the penguins WITH their species and learns the pattern.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quiz it on the other 20% it has never seen. That is the fair exam.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tools; load penguins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cells 1 and 2: tools and penguins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2048256"/>
          </a:xfrm>
          <a:prstGeom prst="roundRect">
            <a:avLst>
              <a:gd name="adj" fmla="val 3125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our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confusion_matrix, ConfusionMatrixDisplay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print("Tools loaded!")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58184"/>
            <a:ext cx="10424160" cy="1042416"/>
          </a:xfrm>
          <a:prstGeom prst="roundRect">
            <a:avLst>
              <a:gd name="adj" fmla="val 6140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58184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899916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3899916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899916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75818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 the penguin data and look at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2336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penguins = sns.load_dataset("penguins")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344 real penguins from Antarctica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penguins.head()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shows the first 5 rows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choose X and y; train_test_split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cells 3 and 4: pick clues, split study vs exam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645920"/>
          </a:xfrm>
          <a:prstGeom prst="roundRect">
            <a:avLst>
              <a:gd name="adj" fmla="val 3889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 the data and choose our clues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penguins = penguins.dropna()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penguins with missing measurements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["bill_length_mm", "bill_depth_mm", "flipper_length_mm", "body_mass_g"]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penguins[features] 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clues (features)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penguins["species"]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answer we want to predict (label)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print(X.shape[0], "penguins ready")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55848"/>
            <a:ext cx="10424160" cy="1243584"/>
          </a:xfrm>
          <a:prstGeom prst="roundRect">
            <a:avLst>
              <a:gd name="adj" fmla="val 5147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355848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497580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3497580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497580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35584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[4]: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Split: training set (study) vs test set (exam)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831336"/>
            <a:ext cx="9966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80% study, 20% exam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print("Training penguins:", len(X_train), "| Test penguins:", len(X_test))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model.fit(); model.predict()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cells 5 and 6: train the model, then test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243584"/>
          </a:xfrm>
          <a:prstGeom prst="roundRect">
            <a:avLst>
              <a:gd name="adj" fmla="val 5147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[5]: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 the model (the learning happens here!)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DecisionTreeClassifier(max_depth=3, random_state=42)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.fit() means LEARN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print("Model trained!")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53512"/>
            <a:ext cx="10424160" cy="1243584"/>
          </a:xfrm>
          <a:prstGeom prst="roundRect">
            <a:avLst>
              <a:gd name="adj" fmla="val 5147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53512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095244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3095244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095244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95351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[6]: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 time: how many did it get right?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429000"/>
            <a:ext cx="9966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 = model.predict(X_test)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guess species for unseen penguins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accuracy_score(y_test, predictions)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print(f"Accuracy: {acc:.0%}")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 roughly 95% or more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confusion_matrix; new penguin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 7: inspect mistakes, predict a new penguin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847088"/>
          </a:xfrm>
          <a:prstGeom prst="roundRect">
            <a:avLst>
              <a:gd name="adj" fmla="val 3465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[7]: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See the mistakes, then predict a NEW penguin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ConfusionMatrixDisplay(confusion_matrix(y_test, predictions),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display_labels=model.classes_).plot()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new_penguin = pd.DataFrame([[45.0, 15.0, 220.0, 5000.0]], columns=features)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 think this penguin is a:", model.predict(new_penguin)[0])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sklearn.metrics import ...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we know it is any good? Supervised metrics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part_1 // 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212848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exam penguins, what percent did we get right?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correct out of 67 = 90%.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it hides WHICH species get confused.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212848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guesses vs truth. Rows are the real species, columns are the guesses.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numbers on the diagonal = good. Off the diagonal = mix-ups, e.g. Adelie mistaken for Chinstrap.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&amp; RECALL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when it SAYS Adelie, how often is it right?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of all the REAL Adelies, how many did it find?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matter when mistakes are not equal, like a medical test.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 the room: </a:t>
            </a:r>
            <a:pPr indent="0" marL="0">
              <a:buNone/>
            </a:pPr>
            <a:r>
              <a:rPr lang="en-US" sz="1500" i="1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guesses Adelie gets 44% accuracy for free. Why is that a problem?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part_2/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Unsupervised Learning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teacher, no answers. We hide the species labels and challenge the computer to discover the groups on its own.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kmeans.fit</a:t>
            </a:r>
            <a:pPr indent="0" marL="0">
              <a:buNone/>
            </a:pPr>
            <a:r>
              <a:rPr lang="en-US" sz="2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(clues)  </a:t>
            </a:r>
            <a:pPr indent="0" marL="0">
              <a:buNone/>
            </a:pPr>
            <a:r>
              <a:rPr lang="en-US" sz="2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answers given!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11/19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clustering = sorting without instructions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K-Means: find the groups, no teacher allowed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424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imagine dumping a huge box of Lego on the floor and sorting it into piles that just look similar. Nobody told you the categories. That is clustering.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 choose k, the number of groups. The algorithm places k centre points, assigns every penguin to its nearest centre, moves the centres, and repeats until the groups stop changing.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catch: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body mass is in the thousands (grams) but bill length is around 40 (mm). Without scaling, mass would bully every other measurement. So we scale everything to a similar size first.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experiment: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 KNOW there are 3 species. The computer does not. Will it rediscover them from measurements alone?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tools; hide the labels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cells 1 and 2: load tools, hide the answers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2048256"/>
          </a:xfrm>
          <a:prstGeom prst="roundRect">
            <a:avLst>
              <a:gd name="adj" fmla="val 3125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[1]: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our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print("Tools loaded!")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58184"/>
            <a:ext cx="10424160" cy="1645920"/>
          </a:xfrm>
          <a:prstGeom prst="roundRect">
            <a:avLst>
              <a:gd name="adj" fmla="val 3889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58184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899916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3899916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899916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758184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[2]: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 the penguins, then HIDE the answers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233672"/>
            <a:ext cx="9966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penguins = sns.load_dataset("penguins").dropna()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["bill_length_mm", "bill_depth_mm", "flipper_length_mm", "body_mass_g"]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penguins[features]        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measurements, no species!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true_species = penguins["species"]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kept secret until the end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X.head()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StandardScaler; elbow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cells 3 and 4: scale the data, hunt for the elbow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243584"/>
          </a:xfrm>
          <a:prstGeom prst="roundRect">
            <a:avLst>
              <a:gd name="adj" fmla="val 5147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[3]: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Scale: put every measurement on the same footing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feature now averages 0, spread 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print("Fair comparison ready")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53512"/>
            <a:ext cx="10424160" cy="2450592"/>
          </a:xfrm>
          <a:prstGeom prst="roundRect">
            <a:avLst>
              <a:gd name="adj" fmla="val 2612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53512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095244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3095244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095244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95351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[4]: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How many groups? Try k = 1 to 8 and find the elbow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429000"/>
            <a:ext cx="99669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inertias = []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range(1, 9):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 = KMeans(n_clusters=k, random_state=42, n_init=10)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km.fit(X_scaled)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inertias.append(km.inertia_)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plt.plot(range(1, 9), inertias, marker="o")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plt.xlabel("Number of groups (k)"); plt.ylabel("Inertia")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plt.title("Elbow method: look for the bend!")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KMeans(n_clusters=3)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cells 5 and 6: cluster into 3 groups and draw them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243584"/>
          </a:xfrm>
          <a:prstGeom prst="roundRect">
            <a:avLst>
              <a:gd name="adj" fmla="val 5147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[5]: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elbow bends near 3, so use 3 groups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KMeans(n_clusters=3, random_state=42, n_init=10)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clusters = kmeans.fit_predict(X_scaled)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penguin gets a group: 0, 1 or 2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print("Group sizes:", pd.Series(clusters).value_counts().to_dict())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53512"/>
            <a:ext cx="10424160" cy="1444752"/>
          </a:xfrm>
          <a:prstGeom prst="roundRect">
            <a:avLst>
              <a:gd name="adj" fmla="val 4430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53512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" y="3095244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0432" y="3095244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095244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95351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[6]: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Draw the groups the computer found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429000"/>
            <a:ext cx="99669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plt.scatter(X["flipper_length_mm"], X["bill_length_mm"], c=clusters, cmap="viridis")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plt.xlabel("Flipper length (mm)"); plt.ylabel("Bill length (mm)")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plt.title("Groups found WITHOUT any answers!")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silhouette_score; crosstab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cell 7: score the clusters, reveal the truth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847088"/>
          </a:xfrm>
          <a:prstGeom prst="roundRect">
            <a:avLst>
              <a:gd name="adj" fmla="val 3465"/>
            </a:avLst>
          </a:prstGeom>
          <a:solidFill>
            <a:srgbClr val="11111B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424160" cy="384048"/>
          </a:xfrm>
          <a:prstGeom prst="rect">
            <a:avLst/>
          </a:prstGeom>
          <a:solidFill>
            <a:srgbClr val="313244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559052"/>
            <a:ext cx="100584" cy="100584"/>
          </a:xfrm>
          <a:prstGeom prst="ellipse">
            <a:avLst/>
          </a:prstGeom>
          <a:solidFill>
            <a:srgbClr val="F38BA8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559052"/>
            <a:ext cx="100584" cy="100584"/>
          </a:xfrm>
          <a:prstGeom prst="ellipse">
            <a:avLst/>
          </a:prstGeom>
          <a:solidFill>
            <a:srgbClr val="F9E2A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559052"/>
            <a:ext cx="100584" cy="100584"/>
          </a:xfrm>
          <a:prstGeom prst="ellipse">
            <a:avLst/>
          </a:prstGeom>
          <a:solidFill>
            <a:srgbClr val="A6E3A1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4173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[7]:</a:t>
            </a:r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the groups, then the BIG REVEAL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92808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silhouette_score(X_scaled, clusters)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print(f"Silhouette score: {score:.2f}  (closer to 1 = tighter, clearer groups)")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reveal = pd.crosstab(clusters, true_species)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computer's groups vs real species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print("\nDid the computer rediscover the 3 species?")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print(reveal)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judging clusters with no answer key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we judge clusters with no right answers?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part_2 // unsupervised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 + ELBOW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212848"/>
            <a:ext cx="2834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measures how tightly packed each group is. Lower = tighter.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groups ALWAYS lowers inertia, so we plot it for k = 1 to 8 and pick the bend (the elbow), where adding another group stops helping much.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 SCORE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212848"/>
            <a:ext cx="2834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penguin: am I close to my own group and far from the others?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from -1 to 1. Near 1 = clear, well separated groups. Near 0 = groups overlap. Ours lands around 0.45, decent for real messy nature.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37560" cy="4526280"/>
          </a:xfrm>
          <a:prstGeom prst="roundRect">
            <a:avLst>
              <a:gd name="adj" fmla="val 2740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REVEAL TABLE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2212848"/>
            <a:ext cx="2834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there are no answers to check. Today we cheated and kept the species secret, so the crosstab shows how well clusters match real species.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Gentoo separates almost perfectly. Adelie and Chinstrap overlap a bit. Ask: why might that be?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finished_early: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 you can explore right 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18/19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 // bonus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10424160" cy="1417320"/>
          </a:xfrm>
          <a:prstGeom prst="roundRect">
            <a:avLst>
              <a:gd name="adj" fmla="val 5161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54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TIPS (restaurant bills)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sns.load_dataset("tips")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1527048"/>
            <a:ext cx="5623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Supervised: predict the tip from the bill, day and party size.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Unsupervised: cluster the diners. Do weekend groups look different?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10424160" cy="1417320"/>
          </a:xfrm>
          <a:prstGeom prst="roundRect">
            <a:avLst>
              <a:gd name="adj" fmla="val 5161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54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C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TITANIC (passengers)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584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sns.load_dataset("titanic")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3127248"/>
            <a:ext cx="5623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Supervised: predict who survived from age, class and fare.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discussing fairness: what SHOULD a model be allowed to use?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10424160" cy="1417320"/>
          </a:xfrm>
          <a:prstGeom prst="roundRect">
            <a:avLst>
              <a:gd name="adj" fmla="val 5161"/>
            </a:avLst>
          </a:prstGeom>
          <a:solidFill>
            <a:srgbClr val="313244"/>
          </a:solidFill>
          <a:ln w="9525">
            <a:solidFill>
              <a:srgbClr val="454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754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 (handwriting)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184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load_digits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4727448"/>
            <a:ext cx="5623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Unsupervised: cluster 1,797 handwritten numbers with k = 10 and see if it finds the digits 0 to 9. Feels like magic.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of these load in one line inside Colab. No downloads, no sign-ups.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day_2 complete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now say out 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20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learning with answers.  </a:t>
            </a:r>
            <a:pPr indent="0" marL="0">
              <a:buNone/>
            </a:pPr>
            <a:r>
              <a:rPr lang="en-US" sz="20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80%, test on the unseen 20%. Judge with accuracy and a confusion matrix.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2000" b="1" dirty="0">
                <a:solidFill>
                  <a:srgbClr val="FAB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= finding structure alone.  </a:t>
            </a:r>
            <a:pPr indent="0" marL="0">
              <a:buNone/>
            </a:pPr>
            <a:r>
              <a:rPr lang="en-US" sz="20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first, pick k with the elbow, judge with the silhouette score.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buNone/>
            </a:pPr>
            <a:r>
              <a:rPr lang="en-US" sz="20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rediscovered penguin species  </a:t>
            </a:r>
            <a:pPr indent="0" marL="0">
              <a:buNone/>
            </a:pPr>
            <a:r>
              <a:rPr lang="en-US" sz="2000" dirty="0">
                <a:solidFill>
                  <a:srgbClr val="A6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four body measurements, with nobody telling it the answer. That is the power and the point.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Tomorrow, Day 3: mentor-guided predictive analytics. Bring today's questions with you.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19/19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FUTURE // day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2026-07-13T23:52:42Z</dcterms:created>
  <dcterms:modified xsi:type="dcterms:W3CDTF">2026-07-13T23:52:42Z</dcterms:modified>
</cp:coreProperties>
</file>